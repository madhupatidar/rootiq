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Existing: login, OSD app, create exception, exception list, investigation, cleared. New (highlighted): prioritize exceptions with a score per exception, OSD senior satisfaction check, and feedback for recalibration with re-scoring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exception management: logical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a cleared exception, with senior-driven recalibration of priority scores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74367" y="1508760"/>
            <a:ext cx="3217382" cy="4023360"/>
          </a:xfrm>
          <a:prstGeom prst="roundRect">
            <a:avLst>
              <a:gd name="adj" fmla="val 4263"/>
            </a:avLst>
          </a:prstGeom>
          <a:solidFill>
            <a:srgbClr val="EA580C">
              <a:alpha val="6000"/>
            </a:srgbClr>
          </a:solidFill>
          <a:ln w="15875">
            <a:solidFill>
              <a:srgbClr val="EA580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057247" y="1618488"/>
            <a:ext cx="2851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·  SCORING AND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18488"/>
            <a:ext cx="52630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·  INTAKE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245890" y="1618488"/>
            <a:ext cx="24858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·  RESOLUTION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66928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4203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45782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955510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65822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06" y="254203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82358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app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workspace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34363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344091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54403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987" y="254203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270939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exception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new exception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22945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4732673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942985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569" y="25420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659521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list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exceptions queue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011527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52400" dist="50800" dir="16200000">
              <a:srgbClr val="EA580C">
                <a:alpha val="30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121255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633319" y="2148840"/>
            <a:ext cx="365760" cy="18288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331567" y="2441448"/>
            <a:ext cx="457200" cy="457200"/>
          </a:xfrm>
          <a:prstGeom prst="ellipse">
            <a:avLst/>
          </a:prstGeom>
          <a:solidFill>
            <a:srgbClr val="FFEDD5"/>
          </a:solidFill>
          <a:ln w="9525">
            <a:solidFill>
              <a:srgbClr val="EA580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151" y="254203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048103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exceptions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per exception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9245890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9355618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9565930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514" y="2542032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282466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and action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10634472" y="2057400"/>
            <a:ext cx="1097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10744200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0954512" y="2441448"/>
            <a:ext cx="457200" cy="4572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5096" y="2542032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671048" y="2971800"/>
            <a:ext cx="102412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cleared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and logged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400109" y="2103120"/>
            <a:ext cx="1554480" cy="1645920"/>
          </a:xfrm>
          <a:prstGeom prst="diamond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52400" dist="50800" dir="16200000">
              <a:srgbClr val="EA580C">
                <a:alpha val="30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477" y="2377440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674429" y="26334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 senior satisfied with score?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7994469" y="21396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1581912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2970494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4359075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5747657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7136239" y="2926080"/>
            <a:ext cx="236438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8982021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10370602" y="2926080"/>
            <a:ext cx="23643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5" name="Text 45"/>
          <p:cNvSpPr txBox="1"/>
          <p:nvPr/>
        </p:nvSpPr>
        <p:spPr>
          <a:xfrm>
            <a:off x="8954589" y="2651760"/>
            <a:ext cx="2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7400109" y="434340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52400" dist="50800" dir="16200000">
              <a:srgbClr val="EA580C">
                <a:alpha val="30000"/>
              </a:srgbClr>
            </a:outerShdw>
          </a:effectLst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7269" y="4672584"/>
            <a:ext cx="256032" cy="256032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7857309" y="434340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 recalibration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adjusts scoring</a:t>
            </a:r>
            <a:endParaRPr lang="en-US" sz="1100" dirty="0"/>
          </a:p>
        </p:txBody>
      </p:sp>
      <p:sp>
        <p:nvSpPr>
          <p:cNvPr id="59" name="Text 48"/>
          <p:cNvSpPr txBox="1"/>
          <p:nvPr/>
        </p:nvSpPr>
        <p:spPr>
          <a:xfrm>
            <a:off x="8497389" y="4416552"/>
            <a:ext cx="365760" cy="18288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8177349" y="3776472"/>
            <a:ext cx="0" cy="539496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61" name="Text 50"/>
          <p:cNvSpPr txBox="1"/>
          <p:nvPr/>
        </p:nvSpPr>
        <p:spPr>
          <a:xfrm>
            <a:off x="8268789" y="3931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6560167" y="4800600"/>
            <a:ext cx="839942" cy="0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 flipV="1">
            <a:off x="6560167" y="3822192"/>
            <a:ext cx="0" cy="978408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64" name="Text 53"/>
          <p:cNvSpPr txBox="1"/>
          <p:nvPr/>
        </p:nvSpPr>
        <p:spPr>
          <a:xfrm>
            <a:off x="6651607" y="4206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457200" y="5897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recalibration loop repeats until the OSD senior accepts the score.</a:t>
            </a:r>
            <a:endParaRPr lang="en-US" sz="1400" dirty="0"/>
          </a:p>
        </p:txBody>
      </p:sp>
      <p:sp>
        <p:nvSpPr>
          <p:cNvPr id="66" name="Shape 55"/>
          <p:cNvSpPr/>
          <p:nvPr/>
        </p:nvSpPr>
        <p:spPr>
          <a:xfrm>
            <a:off x="7863840" y="5760720"/>
            <a:ext cx="38679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8001000" y="583387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Legend</a:t>
            </a:r>
            <a:endParaRPr lang="en-US" sz="1100" dirty="0"/>
          </a:p>
        </p:txBody>
      </p:sp>
      <p:sp>
        <p:nvSpPr>
          <p:cNvPr id="68" name="Shape 57"/>
          <p:cNvSpPr/>
          <p:nvPr/>
        </p:nvSpPr>
        <p:spPr>
          <a:xfrm>
            <a:off x="8001000" y="62179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8366760" y="6190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70" name="Shape 59"/>
          <p:cNvSpPr/>
          <p:nvPr/>
        </p:nvSpPr>
        <p:spPr>
          <a:xfrm>
            <a:off x="9692640" y="621792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10058400" y="6190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2026-10-07T09:09:59Z</dcterms:created>
  <dcterms:modified xsi:type="dcterms:W3CDTF">2026-10-07T09:09:59Z</dcterms:modified>
</cp:coreProperties>
</file>